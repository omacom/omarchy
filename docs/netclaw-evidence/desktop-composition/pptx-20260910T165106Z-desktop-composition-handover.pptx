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detail: Sources</a:t>
            </a:r>
          </a:p>
          <a:p>
            <a:r>
              <a:t>Generated by NetClaw document-mcp 1.0.0 at 2026-09-10T16:51:06Z · tool: pptx_write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pyats_pcall_show_command(show version) · R1 (as of 2026-09-10T11:41:41-04:00) · pyats_pcall_show_command(show version) · R2 (as of 2026-09-10T11:41:41-04:00) · pyats_pcall_show_command(show version) · SW1 (as of 2026-09-10T11:41:41-04:00) · pyats_pcall_show_command(show version) · SW2 (as of 2026-09-10T11:41:41-04:00)</a:t>
            </a:r>
          </a:p>
          <a:p>
            <a:r>
              <a:t>Generated by NetClaw document-mcp 1.0.0 at 2026-09-10T16:51:06Z · tool: pptx_write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pyats_pcall_show_command(show ip interface brief) · R1 (as of 2026-09-10T11:41:18-04:00) · pyats_pcall_show_command(show ip interface brief) · R2 (as of 2026-09-10T11:41:18-04:00) · pyats_pcall_show_command(show ip interface brief) · SW1 (as of 2026-09-10T11:41:18-04:00) · pyats_pcall_show_command(show ip interface brief) · SW2 (as of 2026-09-10T11:41:18-04:00)</a:t>
            </a:r>
          </a:p>
          <a:p>
            <a:r>
              <a:t>Generated by NetClaw document-mcp 1.0.0 at 2026-09-10T16:51:06Z · tool: pptx_write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detail: Sources</a:t>
            </a:r>
          </a:p>
          <a:p>
            <a:r>
              <a:t>Generated by NetClaw document-mcp 1.0.0 at 2026-09-10T16:51:06Z · tool: pptx_write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NetClaw document-generation — Installation Smoke Test Handover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NetClaw document-mcp 1.0.0 at 2026-09-10T16:51:06Z · tool: pptx_write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Validate document-mcp (docx/xlsx/pptx writer) on this Omarchy host</a:t>
            </a:r>
          </a:p>
          <a:p>
            <a:r>
              <a:t>Replay of previously measured evidence — no network or ServiceNow queried in this run</a:t>
            </a:r>
          </a:p>
          <a:p>
            <a:r>
              <a:t>Original collection timestamps preserved from cml-pcall-validation.md / cml-pcall-evidence.json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06060"/>
                </a:solidFill>
              </a:rPr>
              <a:t>Source: detail: Sources   |   NetClaw document-mcp 1.0.0 · 2026-09-10T16:51:06Z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 Software Versions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R1 IOS XE: 17.15.1</a:t>
            </a:r>
          </a:p>
          <a:p>
            <a:r>
              <a:t>R2 IOS XE: 17.15.1</a:t>
            </a:r>
          </a:p>
          <a:p>
            <a:r>
              <a:t>SW1 IOS XE: 17.15.1</a:t>
            </a:r>
          </a:p>
          <a:p>
            <a:r>
              <a:t>SW2 IOS XE: 17.15.1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06060"/>
                </a:solidFill>
              </a:rPr>
              <a:t>Source: pyats_pcall_show_command(show version) · R1 (as of 2026-09-10T11:41:41-04:00) · pyats_pcall_show_command(show version) · R2 (as of 2026-09-10T11:41:41-04:00) · pyats_pcall_show_command(show version) · SW1 (as of 2026-09-10T11:41:41-04:00) · pyats_pcall_show_command(show version) · SW2 (as of 2026-09-10T11:41:41-04:00)   |   NetClaw document-mcp 1.0.0 · 2026-09-10T16:51:06Z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Recorded Interface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R1 interfaces: 8</a:t>
            </a:r>
          </a:p>
          <a:p>
            <a:r>
              <a:t>R2 interfaces: 8</a:t>
            </a:r>
          </a:p>
          <a:p>
            <a:r>
              <a:t>SW1 interfaces: 5</a:t>
            </a:r>
          </a:p>
          <a:p>
            <a:r>
              <a:t>SW2 interfaces: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06060"/>
                </a:solidFill>
              </a:rPr>
              <a:t>Source: pyats_pcall_show_command(show ip interface brief) · R1 (as of 2026-09-10T11:41:18-04:00) · pyats_pcall_show_command(show ip interface brief) · R2 (as of 2026-09-10T11:41:18-04:00) · pyats_pcall_show_command(show ip interface brief) · SW1 (as of 2026-09-10T11:41:18-04:00) · pyats_pcall_show_command(show ip interface brief) · SW2 (as of 2026-09-10T11:41:18-04:00)   |   NetClaw document-mcp 1.0.0 · 2026-09-10T16:51:06Z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Explicit Limits of This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live device query or ServiceNow lookup performed during this run — evidence replayed as-is</a:t>
            </a:r>
          </a:p>
          <a:p>
            <a:r>
              <a:t>Interface counts are totals only; no merged admin/operational status column produced or implied</a:t>
            </a:r>
          </a:p>
          <a:p>
            <a:r>
              <a:t>Chassis serials / licensing identifiers remain withheld per prior redaction policy</a:t>
            </a:r>
          </a:p>
          <a:p>
            <a:r>
              <a:t>Real document-mcp tools used throughout (xlsx_write, pptx_write) — no substitute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06060"/>
                </a:solidFill>
              </a:rPr>
              <a:t>Source: detail: Sources   |   NetClaw document-mcp 1.0.0 · 2026-09-10T16:51:06Z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/>
              <a:t>pyats_pcall_show_command(show ip interface brief) · R1 — as of 2026-09-10T11:41:18-04:00 — 1 element(s) — ok</a:t>
            </a:r>
          </a:p>
          <a:p>
            <a:r>
              <a:rPr sz="1400"/>
              <a:t>pyats_pcall_show_command(show ip interface brief) · R2 — as of 2026-09-10T11:41:18-04:00 — 1 element(s) — ok</a:t>
            </a:r>
          </a:p>
          <a:p>
            <a:r>
              <a:rPr sz="1400"/>
              <a:t>pyats_pcall_show_command(show ip interface brief) · SW1 — as of 2026-09-10T11:41:18-04:00 — 1 element(s) — ok</a:t>
            </a:r>
          </a:p>
          <a:p>
            <a:r>
              <a:rPr sz="1400"/>
              <a:t>pyats_pcall_show_command(show ip interface brief) · SW2 — as of 2026-09-10T11:41:18-04:00 — 1 element(s) — ok</a:t>
            </a:r>
          </a:p>
          <a:p>
            <a:r>
              <a:rPr sz="1400"/>
              <a:t>pyats_pcall_show_command(show version) · R1 — as of 2026-09-10T11:41:41-04:00 — 1 element(s) — ok</a:t>
            </a:r>
          </a:p>
          <a:p>
            <a:r>
              <a:rPr sz="1400"/>
              <a:t>pyats_pcall_show_command(show version) · R2 — as of 2026-09-10T11:41:41-04:00 — 1 element(s) — ok</a:t>
            </a:r>
          </a:p>
          <a:p>
            <a:r>
              <a:rPr sz="1400"/>
              <a:t>pyats_pcall_show_command(show version) · SW1 — as of 2026-09-10T11:41:41-04:00 — 1 element(s) — ok</a:t>
            </a:r>
          </a:p>
          <a:p>
            <a:r>
              <a:rPr sz="1400"/>
              <a:t>pyats_pcall_show_command(show version) · SW2 — as of 2026-09-10T11:41:41-04:00 — 1 element(s) — 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06060"/>
                </a:solidFill>
              </a:rPr>
              <a:t>Source: this slide lists every source consulted   |   NetClaw document-mcp 1.0.0 · 2026-09-10T16:51:06Z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